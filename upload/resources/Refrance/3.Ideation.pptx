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8" r:id="rId2"/>
    <p:sldId id="290" r:id="rId3"/>
    <p:sldId id="274" r:id="rId4"/>
    <p:sldId id="276" r:id="rId5"/>
    <p:sldId id="275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4AD7-A929-4B86-AE7C-467268214B24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0A956-754A-4198-80BA-2CC5A9B487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1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0317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7251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5388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197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0768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0997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514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516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2785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294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1763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7497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5" y="1700784"/>
            <a:ext cx="107477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u="sng" dirty="0" err="1" smtClean="0">
                <a:latin typeface="Agency FB" panose="020B0503020202020204" pitchFamily="34" charset="0"/>
              </a:rPr>
              <a:t>Quietify</a:t>
            </a:r>
            <a:r>
              <a:rPr lang="en-US" sz="5000" b="1" u="sng" dirty="0" smtClean="0">
                <a:latin typeface="Agency FB" panose="020B0503020202020204" pitchFamily="34" charset="0"/>
              </a:rPr>
              <a:t> : </a:t>
            </a:r>
            <a:r>
              <a:rPr lang="en-US" sz="5000" b="1" u="sng" dirty="0" err="1" smtClean="0">
                <a:latin typeface="Agency FB" panose="020B0503020202020204" pitchFamily="34" charset="0"/>
              </a:rPr>
              <a:t>Noice</a:t>
            </a:r>
            <a:r>
              <a:rPr lang="en-US" sz="5000" b="1" u="sng" dirty="0" smtClean="0">
                <a:latin typeface="Agency FB" panose="020B0503020202020204" pitchFamily="34" charset="0"/>
              </a:rPr>
              <a:t> Detecting and Alert System</a:t>
            </a:r>
            <a:endParaRPr lang="en-IN" sz="5000" dirty="0"/>
          </a:p>
        </p:txBody>
      </p:sp>
      <p:sp>
        <p:nvSpPr>
          <p:cNvPr id="3" name="TextBox 2"/>
          <p:cNvSpPr txBox="1"/>
          <p:nvPr/>
        </p:nvSpPr>
        <p:spPr>
          <a:xfrm>
            <a:off x="2560319" y="265176"/>
            <a:ext cx="8736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1" dirty="0" smtClean="0">
                <a:solidFill>
                  <a:schemeClr val="accent2"/>
                </a:solidFill>
              </a:rPr>
              <a:t>Design Thinking</a:t>
            </a:r>
            <a:endParaRPr lang="en-IN" sz="8000" b="1" i="1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0319" y="2907089"/>
            <a:ext cx="656961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/>
              <a:t>Batch:  E-23</a:t>
            </a:r>
          </a:p>
          <a:p>
            <a:pPr algn="ctr"/>
            <a:r>
              <a:rPr lang="en-US" sz="2300" b="1" dirty="0" smtClean="0"/>
              <a:t>Group Name : </a:t>
            </a:r>
            <a:r>
              <a:rPr lang="en-US" sz="2300" b="1" dirty="0" err="1" smtClean="0"/>
              <a:t>MindCraft</a:t>
            </a:r>
            <a:endParaRPr lang="en-US" sz="2300" b="1" dirty="0" smtClean="0"/>
          </a:p>
          <a:p>
            <a:pPr algn="ctr"/>
            <a:endParaRPr lang="en-US" b="1" dirty="0" smtClean="0"/>
          </a:p>
          <a:p>
            <a:r>
              <a:rPr lang="en-US" sz="2400" b="1" u="sng" dirty="0" smtClean="0"/>
              <a:t>Team Members:</a:t>
            </a:r>
          </a:p>
          <a:p>
            <a:r>
              <a:rPr lang="en-US" sz="2100" dirty="0" smtClean="0"/>
              <a:t>1.Varad </a:t>
            </a:r>
            <a:r>
              <a:rPr lang="en-US" sz="2100" dirty="0" err="1" smtClean="0"/>
              <a:t>Patil</a:t>
            </a:r>
            <a:r>
              <a:rPr lang="en-US" sz="2100" dirty="0" smtClean="0"/>
              <a:t> (202501070193)</a:t>
            </a:r>
          </a:p>
          <a:p>
            <a:r>
              <a:rPr lang="en-US" sz="2100" dirty="0" smtClean="0"/>
              <a:t>2.Kadambari </a:t>
            </a:r>
            <a:r>
              <a:rPr lang="en-US" sz="2100" dirty="0" err="1"/>
              <a:t>Jawali</a:t>
            </a:r>
            <a:r>
              <a:rPr lang="en-US" sz="2100" dirty="0"/>
              <a:t> (202501070186)</a:t>
            </a:r>
          </a:p>
          <a:p>
            <a:r>
              <a:rPr lang="en-US" sz="2100" dirty="0" smtClean="0"/>
              <a:t>3.Parth Nasare (202501070185)</a:t>
            </a:r>
          </a:p>
          <a:p>
            <a:r>
              <a:rPr lang="en-US" sz="2100" dirty="0" smtClean="0"/>
              <a:t>4.Pavani </a:t>
            </a:r>
            <a:r>
              <a:rPr lang="en-US" sz="2100" dirty="0" err="1" smtClean="0"/>
              <a:t>Kulkarni</a:t>
            </a:r>
            <a:r>
              <a:rPr lang="en-US" sz="2100" dirty="0" smtClean="0"/>
              <a:t> (202501070183)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96528" y="5166360"/>
            <a:ext cx="3118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Guided By:</a:t>
            </a:r>
          </a:p>
          <a:p>
            <a:r>
              <a:rPr lang="en-US" sz="2000" b="1" dirty="0" smtClean="0"/>
              <a:t>Mrs. </a:t>
            </a:r>
            <a:r>
              <a:rPr lang="en-US" sz="2000" b="1" dirty="0" err="1" smtClean="0"/>
              <a:t>Nitasha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Chaudhari</a:t>
            </a:r>
            <a:endParaRPr lang="en-US" sz="2000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376503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9994" y="618978"/>
            <a:ext cx="68509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i="1" u="sng" dirty="0" smtClean="0"/>
              <a:t>POV Statement:</a:t>
            </a:r>
            <a:endParaRPr lang="en-US" sz="50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928468" y="1842868"/>
            <a:ext cx="103256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The Statement:</a:t>
            </a:r>
          </a:p>
          <a:p>
            <a:r>
              <a:rPr lang="en-US" sz="3000" dirty="0" smtClean="0"/>
              <a:t>"A focused college student preparing for exams needs an automated, unbiased, and non-intrusive way to maintain library silence, because intermittent noise disruptions (like whispering) break their concentration flow, and current manual monitoring by librarians is inconsistent and often distracting."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0727" t="3394" r="30909" b="36302"/>
          <a:stretch/>
        </p:blipFill>
        <p:spPr>
          <a:xfrm>
            <a:off x="612649" y="0"/>
            <a:ext cx="9336024" cy="623754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6351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77" y="112308"/>
            <a:ext cx="4519125" cy="81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930108"/>
            <a:ext cx="96377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3000" b="1" u="sng" dirty="0"/>
              <a:t>Alternative Solutions Identified</a:t>
            </a:r>
            <a:r>
              <a:rPr lang="en-US" sz="3000" b="1" u="sng" dirty="0" smtClean="0"/>
              <a:t>:</a:t>
            </a:r>
          </a:p>
          <a:p>
            <a:endParaRPr lang="en-US" sz="3000" b="1" dirty="0"/>
          </a:p>
          <a:p>
            <a:r>
              <a:rPr lang="en-US" sz="2500" b="1" dirty="0" smtClean="0"/>
              <a:t>Solution </a:t>
            </a:r>
            <a:r>
              <a:rPr lang="en-US" sz="2500" b="1" dirty="0"/>
              <a:t>A:</a:t>
            </a:r>
            <a:r>
              <a:rPr lang="en-US" sz="2500" dirty="0"/>
              <a:t> </a:t>
            </a:r>
            <a:endParaRPr lang="en-US" sz="2500" dirty="0" smtClean="0"/>
          </a:p>
          <a:p>
            <a:r>
              <a:rPr lang="en-US" sz="2500" dirty="0" smtClean="0"/>
              <a:t>Manual </a:t>
            </a:r>
            <a:r>
              <a:rPr lang="en-US" sz="2500" dirty="0"/>
              <a:t>patrolling by the librarian to quiet students (Ineffective and tiring</a:t>
            </a:r>
            <a:r>
              <a:rPr lang="en-US" sz="2500" dirty="0" smtClean="0"/>
              <a:t>).</a:t>
            </a:r>
          </a:p>
          <a:p>
            <a:endParaRPr lang="en-US" sz="2500" dirty="0"/>
          </a:p>
          <a:p>
            <a:r>
              <a:rPr lang="en-US" sz="2500" b="1" dirty="0"/>
              <a:t>Solution B</a:t>
            </a:r>
            <a:r>
              <a:rPr lang="en-US" sz="2500" b="1" dirty="0" smtClean="0"/>
              <a:t>:</a:t>
            </a:r>
          </a:p>
          <a:p>
            <a:r>
              <a:rPr lang="en-US" sz="2500" dirty="0" smtClean="0"/>
              <a:t> </a:t>
            </a:r>
            <a:r>
              <a:rPr lang="en-US" sz="2500" dirty="0"/>
              <a:t>Mobile app where students report noisy peers (Creates conflict between students</a:t>
            </a:r>
            <a:r>
              <a:rPr lang="en-US" sz="2500" dirty="0" smtClean="0"/>
              <a:t>).</a:t>
            </a:r>
          </a:p>
          <a:p>
            <a:endParaRPr lang="en-US" sz="2500" dirty="0"/>
          </a:p>
          <a:p>
            <a:r>
              <a:rPr lang="en-US" sz="2500" b="1" dirty="0"/>
              <a:t>Solution C:</a:t>
            </a:r>
            <a:r>
              <a:rPr lang="en-US" sz="2500" dirty="0"/>
              <a:t> </a:t>
            </a:r>
            <a:endParaRPr lang="en-US" sz="2500" dirty="0" smtClean="0"/>
          </a:p>
          <a:p>
            <a:r>
              <a:rPr lang="en-US" sz="2500" dirty="0" smtClean="0"/>
              <a:t>Soundproofing </a:t>
            </a:r>
            <a:r>
              <a:rPr lang="en-US" sz="2500" dirty="0"/>
              <a:t>the entire library (Too expensive and impractical).</a:t>
            </a:r>
          </a:p>
          <a:p>
            <a:r>
              <a:rPr lang="en-US" dirty="0" smtClean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211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2278" t="4666" r="12746" b="27856"/>
          <a:stretch/>
        </p:blipFill>
        <p:spPr>
          <a:xfrm>
            <a:off x="452486" y="292231"/>
            <a:ext cx="10706988" cy="54204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3277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rot="10800000" flipV="1">
            <a:off x="329184" y="162269"/>
            <a:ext cx="1102766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b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SCAMPER Application: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kumimoji="0" lang="en-US" altLang="en-US" sz="2300" b="1" i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300" b="0" i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300" b="0" i="1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Substitute verbal "</a:t>
            </a:r>
            <a:r>
              <a:rPr kumimoji="0" lang="en-US" altLang="en-US" sz="2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Shh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warnings with </a:t>
            </a:r>
            <a:r>
              <a:rPr kumimoji="0" lang="en-US" altLang="en-US" sz="23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Visual Light Alert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Combine:</a:t>
            </a:r>
            <a:r>
              <a:rPr kumimoji="0" lang="en-US" altLang="en-US" sz="23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a </a:t>
            </a:r>
            <a:r>
              <a:rPr kumimoji="0" lang="en-US" altLang="en-US" sz="23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 Sensor (Microphone)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an </a:t>
            </a:r>
            <a:r>
              <a:rPr kumimoji="0" lang="en-US" altLang="en-US" sz="23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 Display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Adapt traffic light logic (Red = Too Loud, Green = Okay) for study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Modify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Modify standard decibel meters to be smaller and cheaper for mass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 to another use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be used in </a:t>
            </a:r>
            <a:r>
              <a:rPr kumimoji="0" lang="en-US" altLang="en-US" sz="23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23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Halls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 the need for constant human supervision.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Reverse:  </a:t>
            </a:r>
            <a:r>
              <a:rPr kumimoji="0" lang="en-US" altLang="en-US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a loud alarm (which adds noise), use a silent visual signal.</a:t>
            </a:r>
          </a:p>
        </p:txBody>
      </p:sp>
    </p:spTree>
    <p:extLst>
      <p:ext uri="{BB962C8B-B14F-4D97-AF65-F5344CB8AC3E}">
        <p14:creationId xmlns="" xmlns:p14="http://schemas.microsoft.com/office/powerpoint/2010/main" val="122112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616" y="365760"/>
            <a:ext cx="788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i="1" u="sng" dirty="0"/>
              <a:t>Final Idea Framed (As per User Requirement</a:t>
            </a:r>
            <a:r>
              <a:rPr lang="en-US" sz="3000" b="1" i="1" u="sng" dirty="0" smtClean="0"/>
              <a:t>):</a:t>
            </a:r>
          </a:p>
          <a:p>
            <a:endParaRPr lang="en-US" sz="3000" b="1" i="1" u="sng" dirty="0"/>
          </a:p>
          <a:p>
            <a:endParaRPr lang="en-US" sz="3000" b="1" i="1" u="sng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93776" y="1837944"/>
            <a:ext cx="5303520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An automated Library Noise Detector that monitors decibel levels in real-time and triggers a visual warning light when noise exceeds the limit. This solves the user's problem of distraction without requiring constant librarian intervention.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328" b="17964"/>
          <a:stretch/>
        </p:blipFill>
        <p:spPr>
          <a:xfrm>
            <a:off x="6903720" y="980854"/>
            <a:ext cx="4517136" cy="5058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91133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392</TotalTime>
  <Words>303</Words>
  <Application>Microsoft Office PowerPoint</Application>
  <PresentationFormat>Custom</PresentationFormat>
  <Paragraphs>45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Retrospect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</cp:lastModifiedBy>
  <cp:revision>33</cp:revision>
  <dcterms:created xsi:type="dcterms:W3CDTF">2025-12-28T05:11:29Z</dcterms:created>
  <dcterms:modified xsi:type="dcterms:W3CDTF">2025-12-31T14:18:15Z</dcterms:modified>
</cp:coreProperties>
</file>